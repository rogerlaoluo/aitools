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0D1117"/>
                </a:solidFill>
              </a:defRPr>
            </a:pPr>
            <a:r>
              <a:t>GitHub 深度洞察报告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30363D"/>
                </a:solidFill>
              </a:defRPr>
            </a:pPr>
            <a:r>
              <a:t>Business Insights &amp; Strategic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公司概览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基本信息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成立时间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2008年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创始人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Tom Preston-Werner, Chris Wanstrath, PJ Hyatt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总部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旧金山，美国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收购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2018年被微软以75亿美元收购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核心产品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全球最大代码托管与开发者平台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平台规模 (2025)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1.8亿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总用户数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全球开发者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3600万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年新增用户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2025年新增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10亿+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仓库数量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代码仓库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2000万+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Copilot用户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AI编程助手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500万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每日工作流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GitHub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$2B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年收入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年经常性收入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商业模式分析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收入来源分布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企业计划收入 &gt; 50% 总收入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Copilot 贡献 &gt; 40% 平台收入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GitHub Actions 计算和存储费用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GitHub Packages 包托管费用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高级安全功能附加费用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企业支持与培训服务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产品定价策略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目标用户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个人开发者、开源项目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$4/月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个人开发者高级功能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$4/用户/月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小团队协作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$21/用户/月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大型企业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Copilot Individual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$10/月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个人 AI 编程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Copilot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$19/用户/月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团队 AI 编程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Copilot Enterprise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$39/用户/月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企业 AI 编程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商业模式核心特征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Freemium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免费账户作为获客漏斗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开发者优先策略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自下而上采用路径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企业转化率高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AI 驱动增长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Copilot $2B ARR 里程碑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400% 年增长率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开发效率提升 55%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重塑 PLG 增长模式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技术架构解析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基础设施规模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全球最大的代码托管平台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超过 10 亿个代码仓库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每天执行 500 万个 Actions 工作流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支持 1.8 亿开发者同时在线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99.95% 服务可用性 SLA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全球分布式 CDN 与数据中心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核心技术栈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代码托管: Git 分布式版本控制系统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CI/CD: GitHub Actions (YAML 工作流)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包管理: npm, Docker, Maven, NuGet 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安全扫描: Dependabot, Code Scanning, Secret Scanning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AI 引擎: OpenAI GPT 模型集成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开发者工具: VS Code, GitHub Codespaces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技术创新亮点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社交化编程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Fork 与 Pull Request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Issue 跟踪与项目管理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Wiki 与文档协作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社交网络功能关注、点赞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AI 原生集成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Copilot 代码补全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Copilot Workspace 任务驱动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AI 代码审查与解释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智能代码建议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销售与市场策略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PLG (产品驱动增长)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1. 开发者免费试用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个人开发者使用免费版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2. 团队协作需求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团队功能推动 Team 版本购买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3. 企业级功能需求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SSO、安全、合规推动 Enterprise 升级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4. AI 能力增强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Copilot 提升付费意愿与客单价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微软生态协同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Azure 云服务深度集成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Visual Studio / VS Code 无缝集成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Microsoft 365 企业销售渠道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企业客户交叉销售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共享微软销售团队与客户关系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Azure Marketplace 订阅管理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企业销售策略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实施方式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自下而上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开发者主导采用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降低销售成本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微软协同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利用企业关系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加速成交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灵活定价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按需付费/年度订阅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降低门槛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混合部署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Cloud + Server 组合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满足合规需求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用户画像分析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用户规模与增长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1.8亿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总用户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全球开发者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3600万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年增长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2025年新增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1人/秒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增长速度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每秒新增用户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2000万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Copilot用户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AI编程助手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520万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印度增长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2025年新增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地域分布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美国: 最大的开发者市场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印度: 快速增长，2025年新增 520 万开发者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└─ 开发者基数达 1800 万，年增长 28%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└─ 预计将追平美国开发者数量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欧洲: 稳定增长，开源贡献活跃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亚太其他地区: 快速崛起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用户类型画像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个人开发者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开源项目贡献者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学生与学习者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自由职业者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技术爱好者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使用 Free 或 Pro 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企业客户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初创公司: Team 版本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中型企业: Enterprise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大型企业: GitHub One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政府与教育机构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要求安全与合规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年龄与职业分布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年龄分布: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25-34岁: 32.1% (最大群体)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18-24岁: 快速增长 (学生群体)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35-44岁: 资深开发者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职业分布: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软件工程师 (主力)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数据科学家 / AI 工程师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DevOps 工程师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产品经理 / 技术主管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留存与增长机制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高留存驱动因素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网络效应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最大的开源社区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社交化编程体验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Star / Fork 机制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贡献者网络效应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开源项目依赖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切换成本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代码仓库迁移成本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团队协作习惯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CI/CD 流程依赖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Issue 与 PR 历史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第三方工具集成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Copilot 留存策略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1. 生产力价值证明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55% 开发效率提升数据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2. 深度工作流集成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VS Code, JetBrains 全覆盖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3. 持续 AI 能力升级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GPT-4, 多语言支持增强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4. 企业数据安全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企业版保证代码隐私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社区与生态建设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GitHub Octoverse 年度报告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GitHub Stars 开源项目认证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GitHub Education 教育计划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GitHub Campus Experts 校园专家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GitHub Open Source 开源社区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GitHub Actions Marketplace 生态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竞争格局分析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主要竞争对手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竞争对手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劣势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GitLab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一体化 DevSecOps 平台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市场份额较小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Bitbucket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Atlassian 生态整合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功能相对单一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SourceForge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老牌开源托管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用户体验过时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CodePen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前端代码分享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不是完整平台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GitLab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开源社区活跃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0D1117"/>
                          </a:solidFill>
                        </a:defRPr>
                      </a:pPr>
                      <a:r>
                        <a:t>商业化程度较低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GitHub 核心竞争优势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1. 最大开发者社区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  1.8 亿开发者形成强大网络效应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2. 微软背书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  $7.5B 收购后的资源与整合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3. Copilot 先发优势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  2000 万用户，$2B ARR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4. 生态系统完整性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  代码、CI/CD、AI、安全一体化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市场份额与定位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代码托管市场: 60-70% 份额，绝对领导地位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CI/CD 市场: GitHub Actions 快速崛起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AI 编程助手: Copilot 市场领导者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开发者平台: 全方位覆盖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竞争态势: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GitLab 在企业 DevSecOps 有优势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但 GitHub 在开发者心智中占据主导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关键洞察与启示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商业化成功范式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1. 被微软收购后的成功整合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保持独立运营 + 微软资源支持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2. Freemium 到 Enterprise 的经典路径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免费获客 → 付费转化 → 企业升级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3. AI 驱动的第二增长曲线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Copilot 从 0 到 $2B ARR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4. 开发者优先的长期主义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   └─ 10+ 年积累开发者信任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增长策略洞察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PLG 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产品自服务能力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低门槛开始使用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开发者社区驱动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企业级功能差异化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网络效应增强粘性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8BFD"/>
                </a:solidFill>
              </a:defRPr>
            </a:pPr>
            <a:r>
              <a:t>AI 变现模式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先免费试用建立习惯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证明价值后收费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分层定价满足不同需求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企业版溢价策略</a:t>
            </a:r>
          </a:p>
          <a:p>
            <a:pPr>
              <a:spcAft>
                <a:spcPts val="600"/>
              </a:spcAft>
              <a:defRPr sz="1800">
                <a:solidFill>
                  <a:srgbClr val="0D1117"/>
                </a:solidFill>
              </a:defRPr>
            </a:pPr>
            <a:r>
              <a:t>持续功能迭代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对开发工具的启示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开发者体验 (DX) 是核心竞争力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└─ 简单、快速、强大的工具体验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开源社区是长期护城河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└─ 1.8 亿开发者形成的网络效应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AI 是工具类产品的必选项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└─ Copilot 证明了 AI 变现潜力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被收购不一定是坏事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└─ 微软收购 GitHub 是双赢案例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388BFD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1117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关键成就数据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$2B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年收入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2025年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1.8亿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总用户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全球开发者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3600万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年增长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用户增长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0175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$2B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11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Copilot ARR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AI业务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60-70%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市场份额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代码托管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389120"/>
            <a:ext cx="3840480" cy="118872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480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8BFD"/>
                </a:solidFill>
              </a:defRPr>
            </a:pPr>
            <a:r>
              <a:t>$7.5B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0749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微软收购价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30352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2018年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成功要素总结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1. 开发者优先的产品文化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2. 强大的网络效应与社区生态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3. 微软收购后的资源整合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4. Copilot AI 能力的先发优势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5. PLG 增长模式的完美执行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6. 从代码托管到开发者平台的演进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117"/>
                </a:solidFill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机遇: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• AI 编程助手市场持续扩大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• 企业数字化转型加速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• 开源软件生态持续繁荣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挑战: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• GitLab 等竞争者追赶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• AI 成本与盈利平衡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  • 数据隐私与监管压力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0D1117"/>
                </a:solidFill>
              </a:defRPr>
            </a:pPr>
            <a:r>
              <a:t>判断: GitHub 将继续主导开发者平台，AI 驱动增长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88BFD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3200">
                <a:solidFill>
                  <a:srgbClr val="30363D"/>
                </a:solidFill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0363D"/>
                </a:solidFill>
              </a:defRPr>
            </a:pPr>
            <a:r>
              <a:t>数据来源: GitHub Octoverse、微软财报、行业分析报告、公开资料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