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5" Type="http://schemas.openxmlformats.org/officeDocument/2006/relationships/slide" Target="slides/slide5.xml" /><Relationship Id="rId13" Type="http://schemas.openxmlformats.org/officeDocument/2006/relationships/tableStyles" Target="tableStyles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true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true">
                <a:solidFill>
                  <a:srgbClr val="2980B9"/>
                </a:solidFill>
              </a:defRPr>
            </a:pPr>
            <a:r>
              <a:rPr/>
              <a:t>抖音小程序钓点宝洞察报告</a:t>
            </a:r>
            <a:endParaRPr/>
          </a:p>
        </p:txBody>
      </p:sp>
      <p:sp>
        <p:nvSpPr>
          <p:cNvPr id="3" name="TextBox 2"/>
          <p:cNvSpPr txBox="true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F8C8D"/>
                </a:solidFill>
              </a:defRPr>
            </a:pPr>
            <a:r>
              <a:rPr/>
              <a:t>商业分析与用户研究报告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"/>
          <p:cNvSpPr txBox="true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目录</a:t>
            </a:r>
            <a:endParaRPr/>
          </a:p>
        </p:txBody>
      </p:sp>
      <p:sp>
        <p:nvSpPr>
          <p:cNvPr id="15" name="TextBox 2"/>
          <p:cNvSpPr txBox="true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01  产品概述与背景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02  商业模式分析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03  销售方式分析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04  用户画像分析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05  留存机制分析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06  竞争优势与挑战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07  发展建议与展望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"/>
          <p:cNvSpPr txBox="true"/>
          <p:nvPr/>
        </p:nvSpPr>
        <p:spPr>
          <a:xfrm rot="0" flipH="false" flipV="false">
            <a:off x="233448" y="91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01 产品概述与背景</a:t>
            </a:r>
            <a:endParaRPr/>
          </a:p>
        </p:txBody>
      </p:sp>
      <p:sp>
        <p:nvSpPr>
          <p:cNvPr id="18" name="TextBox 2"/>
          <p:cNvSpPr txBox="true"/>
          <p:nvPr/>
        </p:nvSpPr>
        <p:spPr>
          <a:xfrm rot="0" flipH="false" flipV="false">
            <a:off x="317579" y="688709"/>
            <a:ext cx="768095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产品定位：抖音平台垂钓垂类服务小程序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核心功能：钓点分享、位置导航、内容变现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主要功能模块：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钓点上传与分享：创作者可分享钓鱼位置坐标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钓点定位导航：用户可获取精准钓点位置信息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钓点图片展示：支持上传钓点实景照片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钓点列表浏览：用户可浏览和选择钓点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VIP会员体系：钓点VIP续费功能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钓点认证：钓点真实性认证机制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钱包系统：余额、提现、充值功能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"/>
          <p:cNvSpPr txBox="true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02 商业模式分析</a:t>
            </a:r>
            <a:endParaRPr/>
          </a:p>
        </p:txBody>
      </p:sp>
      <p:sp>
        <p:nvSpPr>
          <p:cNvPr id="21" name="TextBox 2"/>
          <p:cNvSpPr txBox="true"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true">
                <a:solidFill>
                  <a:srgbClr val="3498DB"/>
                </a:solidFill>
              </a:defRPr>
            </a:pPr>
            <a:r>
              <a:rPr/>
              <a:t>平台收入模式</a:t>
            </a:r>
            <a:endParaRPr/>
          </a:p>
        </p:txBody>
      </p:sp>
      <p:sp>
        <p:nvSpPr>
          <p:cNvPr id="22" name="TextBox 3"/>
          <p:cNvSpPr txBox="true"/>
          <p:nvPr/>
        </p:nvSpPr>
        <p:spPr>
          <a:xfrm>
            <a:off x="45720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/>
              <a:t>广告变现（IAA）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用户观看广告获取钓点坐标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单次广告收益约0.1-0.2元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单视频收益从几十到数千元不等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会员订阅收入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VIP会员可免广告直接获取钓点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提供高级钓点专属访问权限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平台分成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抖音平台与创作者收益分成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遵循抖音小程序分成规则</a:t>
            </a:r>
            <a:endParaRPr/>
          </a:p>
        </p:txBody>
      </p:sp>
      <p:sp>
        <p:nvSpPr>
          <p:cNvPr id="23" name="TextBox 4"/>
          <p:cNvSpPr txBox="true"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true">
                <a:solidFill>
                  <a:srgbClr val="3498DB"/>
                </a:solidFill>
              </a:defRPr>
            </a:pPr>
            <a:r>
              <a:rPr/>
              <a:t>创作者变现模式</a:t>
            </a:r>
            <a:endParaRPr/>
          </a:p>
        </p:txBody>
      </p:sp>
      <p:sp>
        <p:nvSpPr>
          <p:cNvPr id="24" name="TextBox 5"/>
          <p:cNvSpPr txBox="true"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/>
              <a:t>零门槛入驻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任何垂钓创作者均可参与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无需特殊资质审核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内容即商品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钓点信息作为核心商品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知识付费+地理位置服务结合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被动收入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视频发布后可持续产生收益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优质钓点可长期变现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1"/>
          <p:cNvSpPr txBox="true"/>
          <p:nvPr/>
        </p:nvSpPr>
        <p:spPr>
          <a:xfrm rot="0" flipH="false" flipV="false">
            <a:off x="0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03 销售方式分析</a:t>
            </a:r>
            <a:endParaRPr/>
          </a:p>
        </p:txBody>
      </p:sp>
      <p:sp>
        <p:nvSpPr>
          <p:cNvPr id="27" name="TextBox 2"/>
          <p:cNvSpPr txBox="true"/>
          <p:nvPr/>
        </p:nvSpPr>
        <p:spPr>
          <a:xfrm rot="0" flipH="false" flipV="false">
            <a:off x="273050" y="601595"/>
            <a:ext cx="7683500" cy="727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内容营销驱动销售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抖音短视频作为流量入口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创作者在视频中展示钓点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用户点击小程序链接获取钓点信息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广告付费模式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免费用户：观看</a:t>
            </a:r>
            <a:r>
              <a:rPr/>
              <a:t>30</a:t>
            </a:r>
            <a:r>
              <a:rPr/>
              <a:t>秒激励视频广告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付费用户：</a:t>
            </a:r>
            <a:r>
              <a:rPr/>
              <a:t>VIP</a:t>
            </a:r>
            <a:r>
              <a:rPr/>
              <a:t>会员跳过广告直接获取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社交裂变推广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用户分享钓点至好友</a:t>
            </a:r>
            <a:r>
              <a:rPr/>
              <a:t>/</a:t>
            </a:r>
            <a:r>
              <a:rPr/>
              <a:t>群组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推荐返利机制促进传播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创作者带货模式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达人接单推广小程序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佣金激励创作者推广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"/>
          <p:cNvSpPr txBox="true"/>
          <p:nvPr/>
        </p:nvSpPr>
        <p:spPr>
          <a:xfrm rot="0" flipH="false" flipV="false">
            <a:off x="274320" y="8800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04 用户画像分析（一）</a:t>
            </a:r>
            <a:endParaRPr/>
          </a:p>
        </p:txBody>
      </p:sp>
      <p:sp>
        <p:nvSpPr>
          <p:cNvPr id="30" name="TextBox 2"/>
          <p:cNvSpPr txBox="true"/>
          <p:nvPr/>
        </p:nvSpPr>
        <p:spPr>
          <a:xfrm rot="0" flipH="false" flipV="false">
            <a:off x="457200" y="677969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true">
                <a:solidFill>
                  <a:srgbClr val="3498DB"/>
                </a:solidFill>
              </a:defRPr>
            </a:pPr>
            <a:r>
              <a:rPr/>
              <a:t>C端用户特征</a:t>
            </a:r>
            <a:endParaRPr/>
          </a:p>
        </p:txBody>
      </p:sp>
      <p:sp>
        <p:nvSpPr>
          <p:cNvPr id="31" name="TextBox 3"/>
          <p:cNvSpPr txBox="true"/>
          <p:nvPr/>
        </p:nvSpPr>
        <p:spPr>
          <a:xfrm rot="0" flipH="false" flipV="false">
            <a:off x="457200" y="1318049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/>
              <a:t>年龄分布：25-55岁为主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中年群体是垂钓核心用户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有一定经济基础和闲暇时间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性别比例：男性占比90%以上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垂钓运动男性主导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女性用户多为陪钓或家庭垂钓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地域分布：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沿海、沿江、湖泊资源丰富地区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经济发达地区（有消费能力）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城市周边钓场需求旺盛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消费能力：中等及以上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愿意为优质钓点付费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垂钓装备投入较高</a:t>
            </a:r>
            <a:endParaRPr/>
          </a:p>
        </p:txBody>
      </p:sp>
      <p:sp>
        <p:nvSpPr>
          <p:cNvPr id="32" name="TextBox 4"/>
          <p:cNvSpPr txBox="true"/>
          <p:nvPr/>
        </p:nvSpPr>
        <p:spPr>
          <a:xfrm rot="0" flipH="false" flipV="false">
            <a:off x="4754880" y="677969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true">
                <a:solidFill>
                  <a:srgbClr val="3498DB"/>
                </a:solidFill>
              </a:defRPr>
            </a:pPr>
            <a:r>
              <a:rPr/>
              <a:t>B端创作者特征</a:t>
            </a:r>
            <a:endParaRPr/>
          </a:p>
        </p:txBody>
      </p:sp>
      <p:sp>
        <p:nvSpPr>
          <p:cNvPr id="33" name="TextBox 5"/>
          <p:cNvSpPr txBox="true"/>
          <p:nvPr/>
        </p:nvSpPr>
        <p:spPr>
          <a:xfrm rot="0" flipH="false" flipV="false">
            <a:off x="4754880" y="1318049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/>
              <a:t>垂钓领域KOL/达人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拥有一定粉丝基础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专业垂钓知识丰富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本地钓场经营者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推广自家钓场位置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吸引钓友前往消费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普通垂钓爱好者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分享个人发现的好钓点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通过分享获取额外收入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垂钓装备商家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结合钓点推广装备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形成内容+产品销售闭环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1"/>
          <p:cNvSpPr txBox="true"/>
          <p:nvPr/>
        </p:nvSpPr>
        <p:spPr>
          <a:xfrm rot="0" flipH="false" flipV="false">
            <a:off x="184150" y="76822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04 用户画像分析（二）</a:t>
            </a:r>
            <a:endParaRPr/>
          </a:p>
        </p:txBody>
      </p:sp>
      <p:sp>
        <p:nvSpPr>
          <p:cNvPr id="36" name="TextBox 2"/>
          <p:cNvSpPr txBox="true"/>
          <p:nvPr/>
        </p:nvSpPr>
        <p:spPr>
          <a:xfrm rot="0" flipH="false" flipV="false">
            <a:off x="457200" y="724659"/>
            <a:ext cx="7683500" cy="8959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用户需求分析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核心痛点：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找钓点难：新手不知道去哪里钓鱼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怕空军：希望找到真正有鱼的钓点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时间成本：不想浪费时间踩点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信息不对称：好钓点信息封闭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使用场景：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周末垂钓计划制定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出行前钓点查询确认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发现新钓点的惊喜感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与钓友交流分享心得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决策因素：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钓点真实性（有人真的钓到鱼）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距离远近（交通便利性）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宋体"/>
                <a:cs typeface="+mn-cs"/>
              </a:defRPr>
            </a:pPr>
            <a:r>
              <a:rPr/>
              <a:t>  • </a:t>
            </a:r>
            <a:r>
              <a:rPr/>
              <a:t>收费情况（是否免费或性价比高）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1"/>
          <p:cNvSpPr txBox="true"/>
          <p:nvPr/>
        </p:nvSpPr>
        <p:spPr>
          <a:xfrm rot="0" flipH="false" flipV="false">
            <a:off x="196007" y="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05 留存机制分析</a:t>
            </a:r>
            <a:endParaRPr/>
          </a:p>
        </p:txBody>
      </p:sp>
      <p:sp>
        <p:nvSpPr>
          <p:cNvPr id="39" name="TextBox 2"/>
          <p:cNvSpPr txBox="true"/>
          <p:nvPr/>
        </p:nvSpPr>
        <p:spPr>
          <a:xfrm rot="0" flipH="false" flipV="false">
            <a:off x="378887" y="54864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true">
                <a:solidFill>
                  <a:srgbClr val="3498DB"/>
                </a:solidFill>
              </a:defRPr>
            </a:pPr>
            <a:r>
              <a:rPr/>
              <a:t>用户留存策略</a:t>
            </a:r>
            <a:endParaRPr/>
          </a:p>
        </p:txBody>
      </p:sp>
      <p:sp>
        <p:nvSpPr>
          <p:cNvPr id="40" name="TextBox 3"/>
          <p:cNvSpPr txBox="true"/>
          <p:nvPr/>
        </p:nvSpPr>
        <p:spPr>
          <a:xfrm rot="0" flipH="false" flipV="false">
            <a:off x="457200" y="10972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/>
              <a:t>签到奖励机制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每日签到获取积分或免费看广告次数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连续签到奖励递增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会员权益绑定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VIP会员享受无广告服务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专属优质钓点优先访问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沉没成本提高留存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内容持续更新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创作者持续发布新钓点视频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用户为获取新信息持续访问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社交关系链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钓友群组互动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钓点分享与讨论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形成社区归属感</a:t>
            </a:r>
            <a:endParaRPr/>
          </a:p>
        </p:txBody>
      </p:sp>
      <p:sp>
        <p:nvSpPr>
          <p:cNvPr id="41" name="TextBox 4"/>
          <p:cNvSpPr txBox="true"/>
          <p:nvPr/>
        </p:nvSpPr>
        <p:spPr>
          <a:xfrm rot="0" flipH="false" flipV="false">
            <a:off x="4754880" y="457200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true">
                <a:solidFill>
                  <a:srgbClr val="3498DB"/>
                </a:solidFill>
              </a:defRPr>
            </a:pPr>
            <a:r>
              <a:rPr/>
              <a:t>创作者留存策略</a:t>
            </a:r>
            <a:endParaRPr/>
          </a:p>
        </p:txBody>
      </p:sp>
      <p:sp>
        <p:nvSpPr>
          <p:cNvPr id="42" name="TextBox 5"/>
          <p:cNvSpPr txBox="true"/>
          <p:nvPr/>
        </p:nvSpPr>
        <p:spPr>
          <a:xfrm rot="0" flipH="false" flipV="false">
            <a:off x="4754880" y="10972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/>
            </a:pPr>
            <a:r>
              <a:rPr/>
              <a:t>收入激励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持续的广告分成收入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优质内容奖励计划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成长体系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创作者等级制度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数据看板展示成果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流量扶持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平台推荐优质创作者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官方账号内容合作</a:t>
            </a:r>
            <a:endParaRPr/>
          </a:p>
          <a:p>
            <a:pPr>
              <a:spcBef>
                <a:spcPts val="800"/>
              </a:spcBef>
              <a:defRPr sz="1600"/>
            </a:pP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工具支持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钓点管理后台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收益提现便捷化</a:t>
            </a:r>
            <a:endParaRPr/>
          </a:p>
          <a:p>
            <a:pPr>
              <a:spcBef>
                <a:spcPts val="800"/>
              </a:spcBef>
              <a:defRPr sz="1600"/>
            </a:pPr>
            <a:r>
              <a:rPr/>
              <a:t>  • 数据分析支持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1"/>
          <p:cNvSpPr txBox="true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06 竞争优势与挑战</a:t>
            </a:r>
            <a:endParaRPr/>
          </a:p>
        </p:txBody>
      </p:sp>
      <p:sp>
        <p:nvSpPr>
          <p:cNvPr id="45" name="TextBox 2"/>
          <p:cNvSpPr txBox="true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核心优势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流量优势：依托抖音亿级用户平台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内容生态：短视频与小程序无缝衔接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变现闭环：内容即商品的天然商业模式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低门槛：创作者零成本入驻变现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垂类深耕：专注垂钓细分领域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面临挑战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钓点信息真实性难以保证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内容同质化严重，缺乏差异化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用户粘性不足，用完即走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平台政策风险（广告合规、内容监管）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竞品模仿壁垒低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季节性影响明显（冬季垂钓需求下降）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true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07 发展建议与展望</a:t>
            </a:r>
            <a:endParaRPr/>
          </a:p>
        </p:txBody>
      </p:sp>
      <p:sp>
        <p:nvSpPr>
          <p:cNvPr id="6" name="TextBox 2"/>
          <p:cNvSpPr txBox="true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产品优化建议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引入钓点评价和反馈机制，提升信息可信度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增加天气、潮汐等辅助决策信息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开发路线规划、导航等实用功能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建立钓点质量分级体系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商业化拓展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垂钓装备电商整合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钓场预订服务接入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垂钓培训课程变现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线下钓场合作分成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生态建设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打造垂钓社区文化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举办线上垂钓比赛活动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建立创作者扶持计划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  • 拓展至其他户外垂类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true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总结</a:t>
            </a:r>
            <a:endParaRPr/>
          </a:p>
        </p:txBody>
      </p:sp>
      <p:sp>
        <p:nvSpPr>
          <p:cNvPr id="9" name="TextBox 2"/>
          <p:cNvSpPr txBox="true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钓点宝是一个典型的内容+服务型小程序，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通过抖音短视频流量优势，将垂钓领域的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知识、地理位置信息进行商业化变现。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其核心价值在于：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连接了内容创作者与垂钓爱好者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实现了垂钓信息的高效流通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• 创造了多方共赢的商业模式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未来发展方向应聚焦于：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提升内容质量、增强用户粘性、拓展商业边界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—— 机会垂类，大有可为 ——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"/>
          <p:cNvSpPr txBox="true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true">
                <a:solidFill>
                  <a:srgbClr val="2980B9"/>
                </a:solidFill>
              </a:defRPr>
            </a:pPr>
            <a:r>
              <a:rPr/>
              <a:t>数据来源</a:t>
            </a:r>
            <a:endParaRPr/>
          </a:p>
        </p:txBody>
      </p:sp>
      <p:sp>
        <p:nvSpPr>
          <p:cNvPr id="12" name="TextBox 2"/>
          <p:cNvSpPr txBox="true"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抖音小程序开发者文档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抖音小程序变现案例库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垂钓行业分析报告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互联网广告变现研究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报告生成时间：2026年1月</a:t>
            </a: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endParaRPr/>
          </a:p>
          <a:p>
            <a:pPr>
              <a:lnSpc>
                <a:spcPct val="150000"/>
              </a:lnSpc>
              <a:spcBef>
                <a:spcPts val="1200"/>
              </a:spcBef>
              <a:defRPr sz="1800"/>
            </a:pPr>
            <a:r>
              <a:rPr/>
              <a:t>—— 谢谢观看 ——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2026-01-14T11:32:09Z</dcterms:created>
  <dcterms:modified xsi:type="dcterms:W3CDTF">2026-01-14T11:32:09Z</dcterms:modified>
</cp:coreProperties>
</file>