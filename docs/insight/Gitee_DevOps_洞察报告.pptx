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Gitee DevOps 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8C8"/>
                </a:solidFill>
              </a:defRPr>
            </a:pPr>
            <a:r>
              <a:t>商业洞察与战略分析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01 公司概况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02 商业模式分析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03 技术架构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04 销售与市场策略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05 用户画像与细分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06 留存机制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07 竞争格局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08 关键洞察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09 结论与未来展望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公司概况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Gitee 公司概况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成立时间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2013年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运营主体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开源中国（OSChina）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开发者用户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1350万+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企业用户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18万+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代码仓库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2500万+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市场份额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中国代码托管市场60%+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市场定位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本土化DevOps平台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Gitee DevOps 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Gitee 企业版 - 云端SaaS服务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代码托管、项目管理、CI/CD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Gitee 专业版 - 私有化部署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自主可控、信创适配、一体机方案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Gitee Go - 持续集成/持续部署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Gitee Flow - 敏捷项目管理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Gitee Measure - 研发效能度量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商业模式分析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开源+商业化双轮驱动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免费开源社区版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吸引1350万开发者，形成技术生态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无限私有仓库，大容量存储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企业版订阅服务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公有云企业版：按用户/年付费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私有化部署：一次性授权+维保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增值服务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技术支持、培训、定制开发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定价策略对比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Gitee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GitLab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私有仓库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有限免费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企业版价格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约¥300/用户/年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$19/用户/月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$40/用户/年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私有化部署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提供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提供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不提供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价格优势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本土化定价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较高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收入模式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订阅收入（核心）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企业版年度订阅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私有化部署授权费用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服务收入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实施部署服务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技术培训与认证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定制开发服务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生态合作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与统信、华为等厂商深度合作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技术架构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部署模式对比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公有云版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公有云部署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SaaS模式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快速上线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按需付费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自动更新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Gitee托管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私有化版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私有化部署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自托管模式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数据自主可控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支持信创环境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内网隔离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小时级部署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核心技术能力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代码管理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Git 分布式版本控制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代码审查、分支管理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DevOps 工具链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CI/CD 自动化流水线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自动化测试、安全扫描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项目管理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敏捷开发支持（Scrum/Kanban）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需求管理、缺陷跟踪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企业集成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LDAP/SSO 单点登录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微信、钉钉集成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信创生态适配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国产化芯片适配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鲲鹏、飞腾、海光、龙芯等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国产操作系统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统信UOS、麒麟软件、欧拉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国产数据库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人大金仓、达梦、TiDB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中间件与云平台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华为云、阿里云、腾讯云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通过ISO27001信息安全认证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销售与市场策略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销售模式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直销团队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大客户直接销售（金融、政企）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行业解决方案销售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渠道合作伙伴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区域代理商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系统集成商（SI）合作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在线自助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中小企业官网自助购买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免费试用转付费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市场策略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本土化优势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中文界面，贴近国内用户习惯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微信、钉钉等应用深度集成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全国20+CDN节点，访问速度快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行业深耕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金融、政企、军工等合规要求高的行业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教育、科研领域推广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信创政策红利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国产化替代政策推动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自主可控需求上升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用户画像与细分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用户规模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用户类型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增长率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开发者用户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1350万+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持续增长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企业用户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18万+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80% (2019-2020)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代码仓库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2500万+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快速增长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大型企业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1000+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重点客户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客户细分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中小企业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中小企业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50-500人规模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敏捷开发团队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追求性价比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快速上线需求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大型企业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大型企业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1000+人规模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多团队协作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安全合规要求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私有化部署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行业分布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金融行业 - 核心客户群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招商银行、招商证券、光大银行等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政企/军工 - 战略重点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对安全性、可控性要求极高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通信行业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科大讯飞（36000+仓库）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制造业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中移物联等智能制造企业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科研教育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高校、研究机构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留存机制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用户留存策略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产品粘性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历史代码资产沉淀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团队协作习惯形成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工作流深度定制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迁移成本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大规模仓库迁移复杂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与内部系统深度集成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团队学习成本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生态锁定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与国产信创生态深度绑定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行业案例形成示范效应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竞争壁垒分析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壁垒类型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强度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迁移成本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大规模代码迁移复杂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数据安全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政企客户合规要求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本土化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深度适配国内环境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价格优势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相比国外产品有优势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技术领先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功能接近国际产品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竞争格局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竞争对手对比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C62E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Gitee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本土化、信创适配、价格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国际化程度低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生态最强、全球曝光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国内访问慢、合规风险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GitLab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DevOps功能全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外资控股、价格高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腾讯生态、腾讯云集成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t>功能相对简单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SWOT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优势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本土化深度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信创生态适配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价格竞争力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数据合规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访问速度快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劣势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劣势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国际化弱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生态相对小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品牌影响力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技术积累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机会与威胁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机会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国产化替代政策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信创产业爆发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数据主权要求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企业数字化转型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威胁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威胁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GitHub开放私有库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GitLab降价竞争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自建Git平台</a:t>
            </a:r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t>新兴平台竞争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关键洞察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战略定位洞察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本土化是核心护城河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深度适配国内企业需求和合规要求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信创生态形成独特竞争优势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政策红利窗口期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国产化替代政策强力推动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自主可控成为硬性要求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差异化竞争策略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不与GitHub正面竞争国际市场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专注国内企业级市场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成功要素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产品能力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功能完整，覆盖DevOps全流程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持续迭代，跟进国际最佳实践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市场定位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避开源社区红海，专注企业市场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深耕金融、政企等高价值行业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生态建设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与信创厂商深度合作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国产化替代方案提供完整支持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C62E2E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</a:defRPr>
            </a:pPr>
            <a:r>
              <a:t>结论与未来展望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1350万开发者，18万企业用户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中国代码托管市场份额60%+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本土化+信创适配形成差异化优势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开源+商业化双轮驱动模式验证成功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私有化部署能力是核心竞争力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政策红利期仍有增长空间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短期（1-2年）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信创市场持续扩张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国产化替代加速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中期（3-5年）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AI赋能DevOps流程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向研发管理全流程延伸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长期（5年+）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成为国产DevOps基础设施</a:t>
            </a:r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t>  国际化布局探索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Gitee DevOps 产品深度洞察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