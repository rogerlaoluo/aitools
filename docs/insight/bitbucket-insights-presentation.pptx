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172B4D"/>
                </a:solidFill>
              </a:defRPr>
            </a:pPr>
            <a:r>
              <a:t>Bitbucket 深度洞察报告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6B778C"/>
                </a:solidFill>
              </a:defRPr>
            </a:pPr>
            <a:r>
              <a:t>Business Insights &amp; Strategic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公司概览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基本信息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成立时间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2008年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收购时间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2010年被Atlassian收购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母公司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Atlassian (澳大利亚企业软件公司)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核心产品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基于Git的代码托管与CI/CD平台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战略定位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Atlassian开发生态系统核心组件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发展历程关键节点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2008: Bitbucket作为独立项目启动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2010: Atlassian收购Bitbucket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收购后从Mercurial转向Git支持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2016: Stash产品更名为Bitbucket Server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2020+: 持续强化CI/CD能力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2025: 深度集成Atlassian AI战略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商业模式分析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产品定价策略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最多5用户，50分钟CI/CD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$3.30-3.65/用户/月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无限用户，2500分钟CI/CD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$6.60-7.25/用户/月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3500分钟CI/CD，DevSecOps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Data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$2,300起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企业级自托管方案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Atlassian PLG模式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产品驱动增长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免费试用降低门槛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自助服务能力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开发者优先体验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社区与文档支持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生态系统协同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与Jira深度集成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与Confluence协同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跨产品捆绑销售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企业级解决方案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收入模式特征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1. 订阅制经常性收入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按用户/月付费模式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2. 多层级产品策略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Free → Standard → Premium → Enterprise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3. 附加服务收入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额外CI/CD分钟数: $10/1000分钟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额外存储: $10/100GB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4. Atlassian生态协同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与Jira等产品捆绑销售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技术架构解析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核心技术能力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代码托管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Git分布式版本控制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代码审查与Pull Request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分支管理与权限控制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CI/CD管道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Bitbucket Pipelines内置CI/CD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YAML配置即代码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预构建工作流模板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安全与合规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IP白名单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2FA双因素认证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代码扫描与漏洞检测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技术特色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Jira集成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智能分支管理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从Jira创建分支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自动关联Jira Issue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构建状态同步显示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开发面板实时更新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Pipelines能力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内置CI/CD工具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AI辅助故障排查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50+集成选项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部署自动化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快速反馈循环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部署架构选择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Bitbucket Cloud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SaaS托管方案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零运维成本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自动更新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Bitbucket Data Center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企业级自托管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完全数据控制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高可用部署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适合合规要求高的企业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销售与市场策略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Atlassian生态协同销售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1. 生态系统锁定策略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Jira是项目管理的标准工具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Bitbucket作为代码管理的自然选择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2. 企业销售渠道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Atlassian企业协议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大客户交叉销售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渠道合作伙伴网络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3. PLG + 销售辅助模式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小团队自助服务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大客户销售团队支持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目标市场细分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市场类型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已有Atlassian用户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使用Jira/Confluence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自然转化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企业市场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大型组织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Data Center方案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政府/教育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合规要求高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自托管方案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初创公司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成本敏感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Free/Standard计划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用户画像分析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市场地位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~21%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市场份额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代码托管市场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第三位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仅次于GitHub/GitLab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Jira集成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核心优势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Atlassian生态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企业用户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主要用户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中大型组织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略有下降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增长趋势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年降约3%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用户类型画像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企业开发团队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已使用Jira进行项目管理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需要代码与工作流集成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中大型企业(100+人)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注重合规与安全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IT服务管理行业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技术决策者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CTO/技术副总裁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DevOps负责人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开发团队Leader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项目经理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IT经理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典型使用场景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1. Jira项目驱动的开发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从Jira Issue直接创建代码分支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代码提交自动关联工作项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2. 企业合规要求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需要自托管代码仓库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Data Center提供高可用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3. Atlassian生态用户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已使用Jira/Confluence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寻求统一工作流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留存与增长机制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留存驱动因素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生态系统锁定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与Jira深度集成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Confluence文档协同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工作流无缝衔接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团队协作习惯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切换成本高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企业级粘性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数据迁移成本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CI/CD流程依赖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权限与安全配置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合规认证成本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团队培训投入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产品留存策略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1. 持续集成Jira新功能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保持与Jira的同步更新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2. 企业级功能强化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SSO单点登录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审计日志与合规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细粒度权限控制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3. Atlassian统一账单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简化采购流程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捆绑折扣激励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竞争格局分析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主要竞争对手对比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劣势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最大开发者社区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Jira集成较弱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GitLab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一体化DevSecOps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生态系统较小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Bitbucket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Jira深度集成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市场份额较小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Azure 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微软生态完整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72B4D"/>
                          </a:solidFill>
                        </a:defRPr>
                      </a:pPr>
                      <a:r>
                        <a:t>锁定Azure云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Bitbucket核心竞争优势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1. Jira集成优势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  └─ 市场上最佳的Jira代码集成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  └─ 开发与项目管理无缝衔接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2. Atlassian生态系统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  └─ Jira + Confluence + Bitbucket 协同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  └─ 企业级工具链完整性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3. 企业级能力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  └─ Data Center高可用方案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  └─ 合规与安全功能完善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市场挑战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1. 市场份额压力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约21%市场份额，年降3%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GitHub与GitLab主导市场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2. 开发者心智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GitHub是开发者首选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GitLab一体化平台受青睐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3. 创新速度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CI/CD功能相对基础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AI能力布局较慢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关键洞察与启示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战略定位洞察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1. 依附生态系统的生存策略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Bitbucket的价值源于Atlassian生态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Jira的市场地位支撑Bitbucket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2. 企业级市场聚焦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不与GitHub争夺个人开发者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专注已有Atlassian客户的企业需求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3. 工具链协同优势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单一产品不一定最强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   └─ 但整体工具链有独特价值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成功因素与挑战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成功因素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Jira集成壁垒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Atlassian品牌信誉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企业级功能完善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PLG增长模式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捆绑销售策略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面临挑战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市场份额下降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开发者认知度低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创新速度慢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缺乏AI先发优势</a:t>
            </a:r>
          </a:p>
          <a:p>
            <a:pPr>
              <a:spcAft>
                <a:spcPts val="600"/>
              </a:spcAft>
              <a:defRPr sz="1800">
                <a:solidFill>
                  <a:srgbClr val="172B4D"/>
                </a:solidFill>
              </a:defRPr>
            </a:pPr>
            <a:r>
              <a:t>竞争压力大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对工具类产品的启示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生态系统价值 &gt; 单点产品价值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Bitbucket证明了深度集成的价值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企业市场是差异化机会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避开红海，专注企业级需求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被收购不等于失败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Atlassian收购后赋能产品发展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PLG需要差异化产品体验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仅靠集成不足以长期领先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52CC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2B4D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关键数据一览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~21%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市场份额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代码托管市场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Atlassian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母公司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$80B+市值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2010年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收购时间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14年发展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$3.30/月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起始价格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Standard计划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Jira集成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核心优势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生态协同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CC"/>
                </a:solidFill>
              </a:defRPr>
            </a:pPr>
            <a:r>
              <a:t>略有下降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B4D"/>
                </a:solidFill>
              </a:defRPr>
            </a:pPr>
            <a:r>
              <a:t>市场趋势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年降约3%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核心判断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Bitbucket的成功源于Atlassian生态系统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不是独立产品，而是生态组件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企业市场是Bitbucket的护城河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Jira企业客户自然转化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未来依赖Atlassian整体战略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AI能力布局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云转型策略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└─ 生态协同强化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2B4D"/>
                </a:solidFill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机遇: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• Atlassian AI战略赋能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• 企业数字化转型需求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• Jira市场地位稳固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挑战: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• GitHub/GitLab持续竞争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• 市场份额承压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  • 需要加快创新步伐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判断: Bitbucket将作为Atlassian生态核心组件持续发展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172B4D"/>
                </a:solidFill>
              </a:defRPr>
            </a:pPr>
            <a:r>
              <a:t>但难以独立挑战GitHub/GitLab的市场地位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52CC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3200">
                <a:solidFill>
                  <a:srgbClr val="6B778C"/>
                </a:solidFill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78C"/>
                </a:solidFill>
              </a:defRPr>
            </a:pPr>
            <a:r>
              <a:t>数据来源: Atlassian官方、行业分析报告、公开资料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